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사용 외부 API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AAC8"/>
                </a:solidFill>
              </a:rPr>
              <a:t>SoBee 프로젝트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04672"/>
            <a:ext cx="54864" cy="14173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91440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A37F"/>
                </a:solidFill>
              </a:rPr>
              <a:t>AI / LLM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11155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OpenAI 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" y="1481328"/>
            <a:ext cx="16824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5544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카테고리 매핑, 일기 생성,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아바타 서비스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804672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804672"/>
            <a:ext cx="54864" cy="14173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9192" y="91440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85F4"/>
                </a:solidFill>
              </a:rPr>
              <a:t>AI / LLM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79192" y="11155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Google Gemini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79192" y="1481328"/>
            <a:ext cx="16824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15544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LLM 보조 기능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(OpenAI 병행 사용)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804672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04672"/>
            <a:ext cx="54864" cy="1417320"/>
          </a:xfrm>
          <a:prstGeom prst="rect">
            <a:avLst/>
          </a:prstGeom>
          <a:solidFill>
            <a:srgbClr val="E8511A"/>
          </a:solidFill>
          <a:ln w="12700">
            <a:solidFill>
              <a:srgbClr val="E851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91440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11A"/>
                </a:solidFill>
              </a:rPr>
              <a:t>마이데이터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82312" y="11155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CODEF API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82312" y="1481328"/>
            <a:ext cx="16824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15544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카드·은행 거래내역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금융 마이데이터 수집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804672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804672"/>
            <a:ext cx="54864" cy="14173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5432" y="91440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9900"/>
                </a:solidFill>
              </a:rPr>
              <a:t>클라우드 스토리지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85432" y="11155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AWS S3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85432" y="1481328"/>
            <a:ext cx="16824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85432" y="155448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미디어 파일 저장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(아바타 이미지 등)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508760" y="2450592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508760" y="2450592"/>
            <a:ext cx="54864" cy="1417320"/>
          </a:xfrm>
          <a:prstGeom prst="rect">
            <a:avLst/>
          </a:prstGeom>
          <a:solidFill>
            <a:srgbClr val="527FFF"/>
          </a:solidFill>
          <a:ln w="12700">
            <a:solidFill>
              <a:srgbClr val="527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27632" y="25603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7FFF"/>
                </a:solidFill>
              </a:rPr>
              <a:t>데이터베이스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27632" y="276148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AWS RDS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627632" y="3127248"/>
            <a:ext cx="16824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27632" y="320040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MySQL 메인 DB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(ap-northeast-2)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11880" y="2450592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11880" y="2450592"/>
            <a:ext cx="54864" cy="1417320"/>
          </a:xfrm>
          <a:prstGeom prst="rect">
            <a:avLst/>
          </a:prstGeom>
          <a:solidFill>
            <a:srgbClr val="017CEE"/>
          </a:solidFill>
          <a:ln w="12700">
            <a:solidFill>
              <a:srgbClr val="017C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30752" y="25603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17CEE"/>
                </a:solidFill>
              </a:rPr>
              <a:t>데이터 파이프라인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30752" y="276148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Apache Airflow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30752" y="3127248"/>
            <a:ext cx="16824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30752" y="320040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DAG 트리거 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배치 작업 스케줄링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15000" y="2450592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715000" y="2450592"/>
            <a:ext cx="54864" cy="1417320"/>
          </a:xfrm>
          <a:prstGeom prst="rect">
            <a:avLst/>
          </a:prstGeom>
          <a:solidFill>
            <a:srgbClr val="FEC514"/>
          </a:solidFill>
          <a:ln w="12700">
            <a:solidFill>
              <a:srgbClr val="FEC51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33872" y="25603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571"/>
                </a:solidFill>
              </a:rPr>
              <a:t>검색 엔진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833872" y="276148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Elasticsearch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833872" y="3127248"/>
            <a:ext cx="168249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33872" y="320040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거래내역 검색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파싱 및 인덱싱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C8"/>
                </a:solidFill>
              </a:rPr>
              <a:t>FastAPI (Backend) · Spring Boot (Backend) · Next.js (Frontend)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2026-06-14T06:28:12Z</dcterms:created>
  <dcterms:modified xsi:type="dcterms:W3CDTF">2026-06-14T06:28:12Z</dcterms:modified>
</cp:coreProperties>
</file>