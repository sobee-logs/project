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38528"/>
            <a:ext cx="29260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AAC8"/>
                </a:solidFill>
              </a:rPr>
              <a:t>상품 검색 아키텍처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2996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검색 방식 비교 및 설계 결정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0815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Gemini만  ·  ES만  ·  병렬 (현재 방식)  ·  벡터 DB vs Gemini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AC8"/>
                </a:solidFill>
              </a:rPr>
              <a:t>SoBee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세 가지 검색 방식 개요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검색 아키텍처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Gemini(의도 파악) + ES(실제 검색) 병렬 조합이 현재 방식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834640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686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85F4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868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" y="10698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의도 파악 O / 상품 반환 X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2615184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→ Gemini 분석 → JSON 반환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17099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장점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191109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검색 의도 완벽 파악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1579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AI 안내 문구 생성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카테고리·타입 구조화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688336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한계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29535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실제 DB 접근 불가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32004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상품 목록 반환 불가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4472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단독으로는 반쪽짜리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776472"/>
            <a:ext cx="2615184" cy="8869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822192"/>
            <a:ext cx="25420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분석 결과만 있고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실제 상품이 없음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27832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77724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8686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868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ES만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30752" y="10698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상품 반환 O / 의도 파악 X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37560" y="1371600"/>
            <a:ext cx="2615184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→ ES 텍스트 매칭 → 결과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17099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장점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191109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실제 DB 상품 반환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37560" y="21579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오타 허용 (fuzziness)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240487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매우 빠른 응답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37560" y="2688336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752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한계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37560" y="29535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키워드 정확히 맞아야 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37560" y="32004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의도 파악 불가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37560" y="344728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무관 상품 혼재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37560" y="3703320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37560" y="3776472"/>
            <a:ext cx="2615184" cy="8869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74136" y="3822192"/>
            <a:ext cx="25420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키워드 불일치 시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관련 상품 누락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99632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777240"/>
            <a:ext cx="2834640" cy="50292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86868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A37F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02552" y="868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병렬 (현재)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02552" y="10698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의도 파악 O / 상품 반환 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9360" y="1371600"/>
            <a:ext cx="2615184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→ Gemini+ES 동시 → 합치기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17099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장점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09360" y="191109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완전한 의도 파악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09360" y="21579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정확한 상품 검색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9360" y="240487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+ 3단계 정렬로 최적 순서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09360" y="2688336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2752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한계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09360" y="295351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Gemini 비용 발생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09360" y="32004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</a:rPr>
              <a:t>- Gemini 장애 시 ES만으로 동작 (허용)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309360" y="3703320"/>
            <a:ext cx="261518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3776472"/>
            <a:ext cx="2615184" cy="886968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5936" y="3822192"/>
            <a:ext cx="25420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A37F"/>
                </a:solidFill>
              </a:rPr>
              <a:t>둘의 장점을 모두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A37F"/>
                </a:solidFill>
              </a:rPr>
              <a:t>가져가는 현재 방식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병렬 방식 (현재) — Gemini로 ES 결과 보정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검색 아키텍처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예시 입력: "여행 갈 때 쓸 카드 추천해줘"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사용자 입력: "여행 갈 때 쓸 카드 추천해줘"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374904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338CA"/>
                </a:solidFill>
              </a:rPr>
              <a:t>Gemini 동시 시작  →  product_types:[card]  category:여행  ai_text:...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14800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ES 동시 시작  →  "여행" 포함 카드·적금·보험 텍스트 매칭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41605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74520"/>
            <a:ext cx="54864" cy="2880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</a:rPr>
              <a:t>Gemini 결과로 ES 결과 보정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2585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322576"/>
            <a:ext cx="393192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682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Gemini: product_types = ["card"]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5694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ES가 가져온 예적금·보험 결과 전부 제거 → 카드만 남김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3127248"/>
            <a:ext cx="39319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72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Gemini: category = "여행"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3741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카테고리 맵으로 변환: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["여행/숙박","항공권","호텔","리조트","항공마일리지"]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→ 이 카테고리 카드 ES 2차 검색 → 텍스트엔 "여행" 없어도 포함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931920"/>
            <a:ext cx="393192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Gemini: company = null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특정 회사 필터 없음 → 전체 카드사 대상 검색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206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874520"/>
            <a:ext cx="54864" cy="28803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</a:rPr>
              <a:t>3단계 정렬 — 최적 순서 결정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2258568"/>
            <a:ext cx="4069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331720"/>
            <a:ext cx="3977640" cy="71323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386584"/>
            <a:ext cx="548640" cy="20116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386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1순위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67528" y="23865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37F"/>
                </a:solidFill>
              </a:rPr>
              <a:t>텍스트 매칭 O + 카테고리 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28032" y="2624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"트래블로그 카드"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28032" y="2807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이름에 여행 단어 + 여행/숙박 혜택 카테고리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73168" y="3136392"/>
            <a:ext cx="397764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3191256"/>
            <a:ext cx="54864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191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2순위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67528" y="31912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텍스트 매칭 X + 카테고리 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8032" y="3429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"항공 마일리지 카드"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28032" y="3611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ES 혼자였으면 "여행" 단어 없어 못 찾음 → 카테고리 매핑 덕분에 포함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73168" y="3941064"/>
            <a:ext cx="3977640" cy="713232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3995928"/>
            <a:ext cx="5486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995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3순위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67528" y="3995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텍스트 매칭 O + 카테고리 X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28032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"신한 Deep Dream"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28032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이름에 "여행" 포함 but 여행 혜택 카테고리 없음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세 가지 방식 비교표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검색 아키텍처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병렬 방식은 Gemini 장애 시에도 ES 결과만으로 동작 — 장애 허용 설계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solidFill>
            <a:srgbClr val="1B2E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항목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804672"/>
            <a:ext cx="1920240" cy="365760"/>
          </a:xfrm>
          <a:prstGeom prst="rect">
            <a:avLst/>
          </a:prstGeom>
          <a:solidFill>
            <a:srgbClr val="4285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804672"/>
            <a:ext cx="1920240" cy="36576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04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804672"/>
            <a:ext cx="2194560" cy="365760"/>
          </a:xfrm>
          <a:prstGeom prst="rect">
            <a:avLst/>
          </a:prstGeom>
          <a:solidFill>
            <a:srgbClr val="10A37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804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병렬 (현재)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1704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실제 상품 목록 반환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1170432"/>
            <a:ext cx="192024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1170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X 불가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170432"/>
            <a:ext cx="192024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170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70432"/>
            <a:ext cx="21945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170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728216"/>
            <a:ext cx="27432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7282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카드/예적금 타입 필터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1728216"/>
            <a:ext cx="192024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17282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728216"/>
            <a:ext cx="192024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7282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X 불가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1728216"/>
            <a:ext cx="21945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7282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2860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2860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"항공마일리지"="여행" 연결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2286000"/>
            <a:ext cx="192024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286000"/>
            <a:ext cx="192024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X 단어 다름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2286000"/>
            <a:ext cx="21945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2286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843784"/>
            <a:ext cx="27432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8437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오타 허용 ("여랭"→"여행")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0" y="2843784"/>
            <a:ext cx="192024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90672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2843784"/>
            <a:ext cx="192024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2843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fuzziness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2843784"/>
            <a:ext cx="21945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31152" y="2843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fuzziness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401568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40156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AI 안내 문구 생성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3401568"/>
            <a:ext cx="192024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90672" y="34015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37760" y="3401568"/>
            <a:ext cx="192024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34015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X 불가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0" y="3401568"/>
            <a:ext cx="2194560" cy="53035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31152" y="34015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O 가능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3959352"/>
            <a:ext cx="274320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9593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응답 속도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17520" y="3959352"/>
            <a:ext cx="19202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90672" y="39593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빠름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37760" y="3959352"/>
            <a:ext cx="19202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0912" y="39593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매우 빠름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3959352"/>
            <a:ext cx="219456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31152" y="395935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빠름 (동시 실행)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" y="451713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5171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Gemini 장애 시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17520" y="451713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0672" y="4517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전체 실패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937760" y="4517136"/>
            <a:ext cx="1920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10912" y="45171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정상 작동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58000" y="4517136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31152" y="4517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ES 결과만으로 동작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핵심 요약: Gemini는 "뭘 원하는지" 를 알고, ES는 "어디서 찾는지" 를 압니다. 둘 중 하나만 쓰면 반쪽짜리입니다.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벡터 DB vs Gemini — 작동 방식 비교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검색 아키텍처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같은 문제를 다르게 푸는 두 방법: "항공마일리지" = "여행" 이라는 걸 어떻게 이해시키는가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벡터 DB 방식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사전 준비 (배포 전 배치 작업)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536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"트래블로그 카드 - 해외여행 마일리지 적립"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[0.82, 0.14, 0.67, 0.91, ...]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1975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"카페 할인 카드 - 스타벅스 30% 할인"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2194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[0.12, 0.95, 0.03, 0.21, ...]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414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"여행자 보험 - 해외 사고 보장"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633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[0.79, 0.08, 0.71, 0.88, ...]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2889504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검색 시 작동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20040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"여행 갈 때 쓸 카드 추천해줘"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341071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쿼리도 벡터 변환: [0.81, 0.11, ...]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362102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모든 상품 벡터와 코사인 유사도 계산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383133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거리 가까운 순서대로 반환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404164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425196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트래블로그 카드    → 거리 0.05  (매우 유사)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" y="446227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항공 마일리지 카드 → 거리 0.11  (유사)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" y="467258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카페 할인 카드     → 거리 0.89  (전혀 다름)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804672"/>
            <a:ext cx="411480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 방식 (현재)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사전 준비 불필요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ES에 상품 데이터만 있으면 됨. 벡터 변환·저장 작업 없음.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28032" y="1828800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8836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검색 시 작동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2148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"여행 갈 때 쓸 카드 추천해줘"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4608" y="2386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Gemini API 전송 (실시간 추론)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64608" y="2624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구조화 JSON 반환: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608" y="2862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product_types: ["card"]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608" y="3099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category: "여행"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64608" y="3337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ai_text: "여행 특화 카드를..."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64608" y="3575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ES 검색 조건으로 변환하여 검색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28032" y="3858768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의미 연결 방법: 카테고리 맵 (CATEGORY_TO_CATE)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41239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"여행" → ["여행/숙박", "항공권", "항공마일리지", "호텔", "면세점"]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64608" y="4325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</a:rPr>
              <a:t>→ 항공 마일리지 카드도 자동으로 포함됨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벡터 DB vs Gemini — 비교표 &amp; 선택 이유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AC8"/>
                </a:solidFill>
              </a:rPr>
              <a:t>SoBee / 검색 아키텍처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C8"/>
                </a:solidFill>
              </a:rPr>
              <a:t>구조화 필터 + AI 문구 + 즉시 반영이 모두 필요한 구조에서 Gemini가 더 적합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66344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663440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벡터 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19856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(현재)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152144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1521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타입 필터 (카드만)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47088" y="1152144"/>
            <a:ext cx="1572768" cy="4206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11521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X 별도 구현 필요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19856" y="1152144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5214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명확히 분리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91056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59105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회사 필터 (신한만)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47088" y="1591056"/>
            <a:ext cx="1572768" cy="4206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159105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X 별도 구현 필요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19856" y="1591056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9105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company 필드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02996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0299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"항공마일리지"="여행"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47088" y="2029968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20299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벡터 거리 자동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19856" y="2029968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카테고리 맵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468880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46888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AI 안내 문구 생성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47088" y="2468880"/>
            <a:ext cx="1572768" cy="4206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246888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X 별도 LLM 호출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19856" y="2468880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46888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동시에 생성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907792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90779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상품 추가/변경 반영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47088" y="2907792"/>
            <a:ext cx="1572768" cy="420624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01952" y="290779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1B1B"/>
                </a:solidFill>
              </a:rPr>
              <a:t>X 배치 재계산 필요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19856" y="2907792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90779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즉시 반영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346704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334670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오타 처리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47088" y="3346704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334670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의미 기반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19856" y="3346704"/>
            <a:ext cx="1572768" cy="42062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34670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O ES fuzziness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785616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7856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비용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47088" y="3785616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01952" y="37856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변환 API + DB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19856" y="3785616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378561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Gemini 호출만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74320" y="4224528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" y="422452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응답 속도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47088" y="4224528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01952" y="422452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매우 빠름 (미리 계산)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419856" y="4224528"/>
            <a:ext cx="1572768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0" y="422452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보통 (실시간 추론)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212080" y="804672"/>
            <a:ext cx="365760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212080" y="804672"/>
            <a:ext cx="3657600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804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선택의 핵심 이유 3가지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21808" y="1271016"/>
            <a:ext cx="292608" cy="292608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21808" y="1271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69280" y="1289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</a:rPr>
              <a:t>구조화된 필터를 뽑아냄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85232" y="1618488"/>
            <a:ext cx="3520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21808" y="16824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벡터 DB는 "비슷한 것"을 찾지만 "카드만", "신한만" 같은 명확한 조건은 따로 구현해야 합니다.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Gemini는 product_types·company 필드로 바로 분리 → ES 검색 조건이 단순해짐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321808" y="2432304"/>
            <a:ext cx="292608" cy="292608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21808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669280" y="2450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</a:rPr>
              <a:t>AI 문구를 한 번에 생성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285232" y="2779776"/>
            <a:ext cx="3520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21808" y="28437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벡터 DB: 검색 후 안내 문구를 위해 별도 LLM 호출 필요 (추가 비용·시간)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Gemini: 분석 + 문구 생성을 한 번의 API 호출로 동시에 처리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21808" y="3593592"/>
            <a:ext cx="292608" cy="292608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21808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669280" y="3611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4B"/>
                </a:solidFill>
              </a:rPr>
              <a:t>상품 변경에 즉시 대응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285232" y="3941064"/>
            <a:ext cx="3520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21808" y="40050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벡터 DB: 새 상품 추가 시 벡터 재계산 배치 작업 필요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Gemini: ES에 데이터 추가만 하면 즉시 검색 가능. Gemini는 상품 데이터 저장 안 함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212080" y="4416552"/>
            <a:ext cx="3657600" cy="338328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66944" y="441655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벡터 DB가 더 나은 케이스: "돈 아끼고 싶어" 같은 추상적 의도는 Gemini가 카테고리를 잡기 어렵고 ES 키워드 매칭도 실패. 벡터 유사도가 자동으로 연결.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2026-06-14T08:01:58Z</dcterms:created>
  <dcterms:modified xsi:type="dcterms:W3CDTF">2026-06-14T08:01:58Z</dcterms:modified>
</cp:coreProperties>
</file>