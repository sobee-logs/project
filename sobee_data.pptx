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사용 데이터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AAC8"/>
                </a:solidFill>
              </a:rPr>
              <a:t>SoBee 프로젝트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54864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USER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사용자 정보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프로필, 성별, 나이,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아바타 이미지 및 설명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804672"/>
            <a:ext cx="54864" cy="141732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11A"/>
                </a:solidFill>
              </a:rPr>
              <a:t>TRANSACTION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7919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금융 거래 내역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7919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CODEF 수집 카드·은행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거래일시, 금액, 가맹점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04672"/>
            <a:ext cx="54864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PRODUCT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231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카드 상품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8231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카드사, 혜택, 브랜드,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연회비, 주요 혜택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804672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PRODUCT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8543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예적금·보험 상품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8543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금리, 가입 조건,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보장 항목, 보험료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876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08760" y="2450592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2763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B-LOG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2763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소비 일기·사진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2763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2763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소비 일기, 사진 VLM 분석,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감정 텍스트, 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11880" y="2450592"/>
            <a:ext cx="54864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</a:rPr>
              <a:t>GROUP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3075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그룹·모임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3075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모임방 테마, 참여 멤버,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그룹 거래 공유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2450592"/>
            <a:ext cx="54864" cy="14173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A37F"/>
                </a:solidFill>
              </a:rPr>
              <a:t>AI / ML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3387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AI 분석 결과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3387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소비 페르소나, 생애주기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코드, 카테고리 매핑 결과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MySQL (RDS) · Elasticsearch · AWS S3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2026-06-14T06:32:57Z</dcterms:created>
  <dcterms:modified xsi:type="dcterms:W3CDTF">2026-06-14T06:32:57Z</dcterms:modified>
</cp:coreProperties>
</file>